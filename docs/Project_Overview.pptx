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124"/>
                </a:solidFill>
              </a:defRPr>
            </a:pPr>
            <a:r>
              <a:t>ML Fault Detection &amp; Self-Healing</a:t>
            </a:r>
            <a:br/>
            <a:r>
              <a:t>in Telecom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368"/>
                </a:solidFill>
              </a:defRPr>
            </a:pPr>
            <a:r>
              <a:t>Technical overview — simulation, machine learning, and MAPE-K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End-to-end pipeline for proactive RAN fault detection in dense HetNet networks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Combines NS-3 simulation, ML classifiers (RF, LSTM, SVM), and MAPE-K autonomic control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Research question: Does ML proactive detection reduce MTTR and improve availability vs. reactive threshold monitoring?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Results are observed from simulation — no artificial blending toward target tables by default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Operational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Simulation imitates Nigerian MNO operations (e.g. MTN, Airtel) — not a live network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Power fault → site outage (grid / generator / rectifier failure)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Congestion → peak-hour or event traffic surge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Hardware fault → RRU/BBU failure or transport cut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Reactive baseline: severe OSS-style thresholds, 240–300 min manual remediation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MAPE-K path: earlier ML detection, 35–55 min modelled automated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Stage 1: NS-3 HetNet simulation → per-cell KPI CSV files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Stage 2: Merge trials → kpi_master_dataset.csv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Stage 3: Sliding windows → train RF, LSTM, SVM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Stage 4: MAPE-K loop on test data → MTTR and availability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MAPE-K: Monitor → Analyse (ML) → Plan → Execute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Network Topology (Table 3.1)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7 macro + 21 small cells = 28 cells total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Hexagonal layout, inter-site distance 500 m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500 UEs (design target); 280 UEs stable default on NS-3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300 s simulation; 1 s KPI interval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50 trials × 4 fault types = 200 simulation runs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Full dataset: ~1.68 million raw CSV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 Simulation Backends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thesis-fault-sim — fast KPI generator for large-scale ML datasets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thesis-fault-sim-lte — LENA LTE/EPC with real PHY traces + FlowMonitor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thesis-fault-sim-nr — 5G-LENA NR/EPC (n78, 3.5 GHz) for 5G validation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All backends use identical CSV schema and fault labelling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Commands: run_all_trials.py | --lte | --nr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Fault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0 — Normal: no active fault window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1 — Power fault: gNB transmit power collapse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2 — Congestion: UDP traffic surge on affected cell UEs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3 — Hardware failure: gNB PHY deactivation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Stochastic per trial: random cell, onset time, duration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Ground truth stored in fault_label column for supervised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KPI Features (8 per cell per second)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RSRP, SINR, PRB utilisation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Downlink and uplink throughput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Packet loss rate, handover success rate, latency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Collected every 1 s for each of 28 cells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10-second sliding windows, stride 1, per cell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48 tabular features (6 statistics × 8 KPIs) + sequences for LSTM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Train / val / test: 70 / 15 / 15 % stratified split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SMOTE on training data only; PCA 95% variance on tabular features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Models: Random Forest (tabular), LSTM (temporal), SVM (baseline)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Output: reports/ml_metrics.json (observed accuracy, F1, AUC)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MAPE-K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Monitor: KPI window pre-filter (PRB, RSRP, loss, throughput)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Analyse: ML inference with confidence threshold 0.70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Plan / Execute: fault-specific remediation (Table 4.6, minutes)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Compared against reactive baseline (severe thresholds only)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Outputs: MTTR and network availability per model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NCC 99% availability benchmark in Chapter 4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F6368"/>
                </a:solidFill>
              </a:defRPr>
            </a:pPr>
            <a:r>
              <a:t>Reference targets: Reactive ~312 min MTTR; LSTM ~102 min; availability ~99%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Track A — KPI generator: full scale, fast, simplified RAN physics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Track B — LTE: real LENA traces, LTE-A HetNet surrogate for 5G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Track C — Both: ML/MAPE-K on KPI data + LTE cross-validation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Document which backend produced each result 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Outputs &amp;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output/kpi_master_dataset.csv — merged labelled dataset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reports/ml_metrics.json — classifier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reports/mapek_summary.json — MTTR and availability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reports/fig3_*.png — Chapter 3 methodology figures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reports/fig4_*.png — Chapter 4 results figures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thesis_constants.py — approved parameters and reference targets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Simulation study — not live commercial RAN deployment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MAPE-K Execute models recovery time; no real OSS API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280 UE default due to NS-3 stability (500 is design target)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Some Chapter 3 figures are schematic methodology diagrams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NR trials require significantly longer runtime than KPI generator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Metric blend weight = 0 (observed-only reporting)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NS-3 3.38 — network simulator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LENA (LTE) + 5G-LENA v2.4 (NR) — RAN stacks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TensorFlow/Keras 2.15 + scikit-learn 1.5 — ML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imbalanced-learn — SMOTE</a:t>
            </a:r>
          </a:p>
          <a:p>
            <a:pPr>
              <a:spcAft>
                <a:spcPts val="1000"/>
              </a:spcAft>
              <a:defRPr sz="1800">
                <a:solidFill>
                  <a:srgbClr val="202124"/>
                </a:solidFill>
              </a:defRPr>
            </a:pPr>
            <a:r>
              <a:t>Pipeline: setup.sh → run_all_trials.py → preprocess_and_train.py → mapek_loop.py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